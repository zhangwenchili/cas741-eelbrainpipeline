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96" d="100"/>
          <a:sy n="96" d="100"/>
        </p:scale>
        <p:origin x="106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34691" y="3552186"/>
            <a:ext cx="8858711" cy="1554677"/>
            <a:chOff x="189913" y="3381165"/>
            <a:chExt cx="8858711" cy="1554677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3885481" y="3381165"/>
              <a:ext cx="1483694" cy="1246370"/>
              <a:chOff x="3703297" y="1721177"/>
              <a:chExt cx="1483694" cy="124637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703297" y="1721177"/>
                <a:ext cx="1483694" cy="1246370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`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843281" y="1874089"/>
                <a:ext cx="12250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 err="1">
                    <a:latin typeface="Times New Roman"/>
                    <a:cs typeface="Times New Roman"/>
                  </a:rPr>
                  <a:t>Eelbrain</a:t>
                </a:r>
                <a:endParaRPr lang="en-US" altLang="zh-CN" sz="2400" dirty="0">
                  <a:latin typeface="Times New Roman"/>
                  <a:cs typeface="Times New Roman"/>
                </a:endParaRPr>
              </a:p>
              <a:p>
                <a:r>
                  <a:rPr lang="en-US" altLang="zh-CN" sz="2400" dirty="0">
                    <a:latin typeface="Times New Roman"/>
                    <a:cs typeface="Times New Roman"/>
                  </a:rPr>
                  <a:t>pipeline</a:t>
                </a:r>
                <a:endParaRPr lang="en-US" sz="2400" dirty="0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25" name="Straight Arrow Connector 24"/>
            <p:cNvCxnSpPr>
              <a:stCxn id="4" idx="6"/>
              <a:endCxn id="18" idx="1"/>
            </p:cNvCxnSpPr>
            <p:nvPr/>
          </p:nvCxnSpPr>
          <p:spPr>
            <a:xfrm flipV="1">
              <a:off x="1436215" y="4004350"/>
              <a:ext cx="2449266" cy="657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69175" y="4010921"/>
              <a:ext cx="2449266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454620" y="4104845"/>
              <a:ext cx="24308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Inputs: M/EEG dataset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in BIDS format, experiment configuration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71751" y="4084436"/>
              <a:ext cx="236056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Outputs: Processed M/EEG data represented as Python objects</a:t>
              </a:r>
            </a:p>
          </p:txBody>
        </p:sp>
      </p:grpSp>
      <p:sp>
        <p:nvSpPr>
          <p:cNvPr id="3" name="Oval 7">
            <a:extLst>
              <a:ext uri="{FF2B5EF4-FFF2-40B4-BE49-F238E27FC236}">
                <a16:creationId xmlns:a16="http://schemas.microsoft.com/office/drawing/2014/main" id="{3CB7FAD7-4A7C-0AE2-1833-F109677EF7DC}"/>
              </a:ext>
            </a:extLst>
          </p:cNvPr>
          <p:cNvSpPr/>
          <p:nvPr/>
        </p:nvSpPr>
        <p:spPr>
          <a:xfrm>
            <a:off x="3830259" y="985962"/>
            <a:ext cx="1373055" cy="1332745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MNE-Python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24">
            <a:extLst>
              <a:ext uri="{FF2B5EF4-FFF2-40B4-BE49-F238E27FC236}">
                <a16:creationId xmlns:a16="http://schemas.microsoft.com/office/drawing/2014/main" id="{2B549470-68A0-2806-5397-A94C534D56DA}"/>
              </a:ext>
            </a:extLst>
          </p:cNvPr>
          <p:cNvCxnSpPr>
            <a:cxnSpLocks/>
          </p:cNvCxnSpPr>
          <p:nvPr/>
        </p:nvCxnSpPr>
        <p:spPr>
          <a:xfrm flipV="1">
            <a:off x="4237830" y="2266122"/>
            <a:ext cx="0" cy="1269488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3D902E8A-94F9-D019-798B-B7254785A7D4}"/>
              </a:ext>
            </a:extLst>
          </p:cNvPr>
          <p:cNvCxnSpPr>
            <a:cxnSpLocks/>
          </p:cNvCxnSpPr>
          <p:nvPr/>
        </p:nvCxnSpPr>
        <p:spPr>
          <a:xfrm>
            <a:off x="4811649" y="2266122"/>
            <a:ext cx="0" cy="1292635"/>
          </a:xfrm>
          <a:prstGeom prst="straightConnector1">
            <a:avLst/>
          </a:prstGeom>
          <a:ln w="38100" cmpd="sng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3">
            <a:extLst>
              <a:ext uri="{FF2B5EF4-FFF2-40B4-BE49-F238E27FC236}">
                <a16:creationId xmlns:a16="http://schemas.microsoft.com/office/drawing/2014/main" id="{FDD8428D-3FB6-F735-5E95-9F6AC1159F7B}"/>
              </a:ext>
            </a:extLst>
          </p:cNvPr>
          <p:cNvSpPr txBox="1"/>
          <p:nvPr/>
        </p:nvSpPr>
        <p:spPr>
          <a:xfrm>
            <a:off x="2274071" y="2520731"/>
            <a:ext cx="1963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File paths, processing parameters</a:t>
            </a: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FC314339-A76B-3362-8FB7-FFA49D90931D}"/>
              </a:ext>
            </a:extLst>
          </p:cNvPr>
          <p:cNvSpPr txBox="1"/>
          <p:nvPr/>
        </p:nvSpPr>
        <p:spPr>
          <a:xfrm>
            <a:off x="4834450" y="2397619"/>
            <a:ext cx="2110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Processed M/EEG data represented as Python objects</a:t>
            </a:r>
          </a:p>
        </p:txBody>
      </p:sp>
    </p:spTree>
    <p:extLst>
      <p:ext uri="{BB962C8B-B14F-4D97-AF65-F5344CB8AC3E}">
        <p14:creationId xmlns:p14="http://schemas.microsoft.com/office/powerpoint/2010/main" val="2981099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43</Words>
  <Application>Microsoft Office PowerPoint</Application>
  <PresentationFormat>全屏显示(4:3)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Company>McMaster University, Faculty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Zhangwenchi Li</cp:lastModifiedBy>
  <cp:revision>14</cp:revision>
  <dcterms:created xsi:type="dcterms:W3CDTF">2016-09-17T12:04:26Z</dcterms:created>
  <dcterms:modified xsi:type="dcterms:W3CDTF">2026-01-27T18:53:07Z</dcterms:modified>
</cp:coreProperties>
</file>